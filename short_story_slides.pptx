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Multi-Task Learning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Connected Autonomous Vehicles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697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Review  |  arXiv:2508.00917  |  Wang, Pourpanah, Wu &amp; Zhang (2025)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324612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Multi-Task Learning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324612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Autonomous Driving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324612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324612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324612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Perception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Story Assignment  |  NLP / Foundation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Why One Model for Everything?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 per task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neural nets running simultaneously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memory &amp; compute overhead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performance: very hard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deployment cost on vehicle hardware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MTL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backbone for all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lightweight heads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representations = better generalisation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inference, lower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help each other learn (positive transfer)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005840"/>
            <a:ext cx="0" cy="23774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56616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the human brain uses shared visual cortex for all perception tasks, MTL shares one encoder across all driving tasks — reducing cost without sacrificing quality.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Connected Autonomous Vehicle (CAV)?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39776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V2V — Vehicle to Vehicle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947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share sensor data with each other. One car warns others about a hidden pedestrian.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987552"/>
            <a:ext cx="39776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87552"/>
            <a:ext cx="64008" cy="18105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7899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V2I — Vehicle to Infrastructure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7947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lights, road signs, and cameras share data with vehicles. A red light tells you before you can see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953512"/>
            <a:ext cx="39776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53512"/>
            <a:ext cx="64008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449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V2P — Vehicle to Pedestrian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7947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communicate with pedestrian devices to prevent accidents at crossings.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953512"/>
            <a:ext cx="39776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53512"/>
            <a:ext cx="64008" cy="18105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449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V2N — Vehicle to Network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337560"/>
            <a:ext cx="37947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servers provide HD maps, weather data, and model updates to the vehicle fleet.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communication dramatically extends perception range — vehicles can 'see' around corners and through occlusions.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MTL Architectures: Hard vs. Soft Parameter Sharing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Parameter Sharing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417320"/>
            <a:ext cx="22860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17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Shared 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(ResNet / ViT)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19659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286000"/>
            <a:ext cx="2286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" y="2286000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42032"/>
            <a:ext cx="804672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42032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Object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Detection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03704" y="2286000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1952" y="2542032"/>
            <a:ext cx="804672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2542032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2286000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2542032"/>
            <a:ext cx="804672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81528" y="2542032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Depth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Estimation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Efficient  ✅ Regularises well  ✅ Dominant approach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960120"/>
            <a:ext cx="0" cy="27432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Parameter Sharing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1371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has its own full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encourages similar parameters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Cross-stitch networks, sluice networks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flexible, but more compute-heavy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8503920" cy="1143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813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The Key Challenge: Loss Balancing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have different loss magnitudes. Naive sum = dominant task hijacks training. Solutions: Uncertainty Weighting · Gradient Surgery · Task-Adaptive LR · GradNorm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MTL for Perception in CAVs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CNN-Based Models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YOLOP: object detection + drivable area + lane in one pass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HybridNets: real-time edge deployment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YOLOv8-based MTL models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ResNet/EfficientNet backbone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97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9601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Transformer-Based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37160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463040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BEVFormer: multi-camera → bird's-eye-view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attention captures long-range context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depth &amp; trajectory estimation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nuScenes benchmark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697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5896" y="9601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Vision-Language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896" y="137160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463040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DriveVLM, DriveLM, LLaDA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detection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Q&amp;A and reasoning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rare/unexpected situations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Tasks covered: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4114800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4114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2D/3D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4114800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4114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Lane Detection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0016" y="4114800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4114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Depth Estimation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1344" y="4114800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4114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62672" y="4114800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4114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Instance Seg.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processed simultaneously from the same shared encoder — one forward pass, many outputs.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Prediction, Planning &amp; Control with MTL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Tasks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Trajectory Prediction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will each vehicle/pedestrian go in the next 3–5 sec?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&amp; Acceleration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this agent moving and accelerating?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Behaviour Prediction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car change lanes? Will that pedestrian cross?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Occupancy Forecasting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grid cells will be occupied in future frames?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960120"/>
            <a:ext cx="0" cy="32004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&amp; Control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models: raw sensors → steering/throttle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models: explicit intermediate representations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 jointly optimises perception + planning objectives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model knows it must plan, it learns to perceive planning-relevant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411480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Spotlight: UniAD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optimises tracking, mapping, motion prediction, occupancy, and planning in one transformer. State-of-the-art on nuScenes. One model, the full driving stack.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tasks mutually reinforce — better perception → better prediction → better planning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Collaboration via V2X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Early Fusion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raw sensor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information quality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Enormous bandwidth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Impractical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60120"/>
            <a:ext cx="269748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9601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Late Fusion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4408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final outputs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Very low bandwidth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2240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Large information loss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47288" y="301752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30175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Limited 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25896" y="960120"/>
            <a:ext cx="2697480" cy="3383280"/>
          </a:xfrm>
          <a:prstGeom prst="rect">
            <a:avLst/>
          </a:prstGeom>
          <a:solidFill>
            <a:srgbClr val="F0FDF9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960120"/>
            <a:ext cx="2697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25896" y="9601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Intermediate Fusion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17336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compressed feature maps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17336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trade-off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17336" y="2240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Learned compression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0216" y="301752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30175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Dominant approach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Key V2X MTL Models: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40280" y="4480560"/>
            <a:ext cx="1298448" cy="347472"/>
          </a:xfrm>
          <a:prstGeom prst="roundRect">
            <a:avLst>
              <a:gd name="adj" fmla="val 1315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4480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V2VNet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30168" y="4480560"/>
            <a:ext cx="1298448" cy="347472"/>
          </a:xfrm>
          <a:prstGeom prst="roundRect">
            <a:avLst>
              <a:gd name="adj" fmla="val 1315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4480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CoBEVT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0056" y="4480560"/>
            <a:ext cx="1298448" cy="347472"/>
          </a:xfrm>
          <a:prstGeom prst="roundRect">
            <a:avLst>
              <a:gd name="adj" fmla="val 1315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0056" y="4480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Where2comm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9944" y="4480560"/>
            <a:ext cx="1298448" cy="347472"/>
          </a:xfrm>
          <a:prstGeom prst="roundRect">
            <a:avLst>
              <a:gd name="adj" fmla="val 1315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4480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99832" y="4480560"/>
            <a:ext cx="1298448" cy="347472"/>
          </a:xfrm>
          <a:prstGeom prst="roundRect">
            <a:avLst>
              <a:gd name="adj" fmla="val 1315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9832" y="4480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V2X-ViT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Datasets &amp; Benchmarks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828800" cy="457200"/>
          </a:xfrm>
          <a:prstGeom prst="rect">
            <a:avLst/>
          </a:prstGeom>
          <a:solidFill>
            <a:srgbClr val="0B1F3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960120"/>
            <a:ext cx="1828800" cy="457200"/>
          </a:xfrm>
          <a:prstGeom prst="rect">
            <a:avLst/>
          </a:prstGeom>
          <a:solidFill>
            <a:srgbClr val="0B1F3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77640" y="960120"/>
            <a:ext cx="822960" cy="457200"/>
          </a:xfrm>
          <a:prstGeom prst="rect">
            <a:avLst/>
          </a:prstGeom>
          <a:solidFill>
            <a:srgbClr val="0B1F3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960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3749040" cy="457200"/>
          </a:xfrm>
          <a:prstGeom prst="rect">
            <a:avLst/>
          </a:prstGeom>
          <a:solidFill>
            <a:srgbClr val="0B1F3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453896"/>
            <a:ext cx="18288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538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nuScenes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1453896"/>
            <a:ext cx="18288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4538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multi-sensor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1453896"/>
            <a:ext cx="8229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45389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453896"/>
            <a:ext cx="374904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53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tracking, prediction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947672"/>
            <a:ext cx="1828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947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Open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1947672"/>
            <a:ext cx="1828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947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LiDAR-heavy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77640" y="1947672"/>
            <a:ext cx="822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19476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947672"/>
            <a:ext cx="3749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segmentation, motion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441448"/>
            <a:ext cx="18288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4414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BDD100K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48840" y="2441448"/>
            <a:ext cx="18288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24414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large-scale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77640" y="2441448"/>
            <a:ext cx="8229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24414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441448"/>
            <a:ext cx="374904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441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seg., lane detection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935224"/>
            <a:ext cx="1828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9352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48840" y="2935224"/>
            <a:ext cx="1828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29352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classic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77640" y="2935224"/>
            <a:ext cx="822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69080" y="29352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2935224"/>
            <a:ext cx="3749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935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depth, tracking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429000"/>
            <a:ext cx="18288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OPV2V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48840" y="3429000"/>
            <a:ext cx="18288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028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977640" y="3429000"/>
            <a:ext cx="8229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3429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3429000"/>
            <a:ext cx="374904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3D detection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3922776"/>
            <a:ext cx="1828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9227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V2X-Sim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48840" y="3922776"/>
            <a:ext cx="1828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39227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977640" y="3922776"/>
            <a:ext cx="822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69080" y="39227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00600" y="3922776"/>
            <a:ext cx="3749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39227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perception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4416552"/>
            <a:ext cx="18288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165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DAIR-V2X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148840" y="4416552"/>
            <a:ext cx="18288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40280" y="44165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977640" y="4416552"/>
            <a:ext cx="8229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69080" y="44165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00600" y="4416552"/>
            <a:ext cx="374904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92040" y="4416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Vehicle-infrastructure coop.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moving from single-vehicle datasets (nuScenes, KITTI) toward real-world V2X datasets (DAIR-V2X) with multi-task annotations.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Reproduction Experiment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(Hard Parameter Sharing)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Shared Encoder — ResNet-18 Backbone (~11M params)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97280" y="18745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8745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8745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1143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Object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Detection Head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2148840"/>
            <a:ext cx="1143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148840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Drivable Area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Seg. Head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2148840"/>
            <a:ext cx="1143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148840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Lane 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Head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0" y="1353312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1399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Detection Loss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3533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↓ 38%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1691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over 10 epochs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2084832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2130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Seg. Loss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↓ 33%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2423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jointly trained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2816352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57800" y="2862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Lane Loss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8163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↓ 31%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3154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jointly trained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566160"/>
            <a:ext cx="8503920" cy="868680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3016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 Finding: All 3 tasks benefit from joint training. The shared encoder learns rich representations that generalise across tasks — exactly the positive transfer effect described in Wang et al. (2025).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github.com/[your-repo]/code/mtl_reproduction.py  |  Based on AutoResearch template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Challenges &amp; Future Directions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Negative Transfer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can hurt each other's gradients. Better conflict detection &amp; resolution algorithms are needed.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60120"/>
            <a:ext cx="26974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005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Edge Hardware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1417320"/>
            <a:ext cx="2514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transformer models need server GPUs. Real-time deployment on in-vehicle compute is unsolved.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960120"/>
            <a:ext cx="26974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005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 Certification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17336" y="1417320"/>
            <a:ext cx="2514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a single model that does everything is much harder than certifying separate modules. Regulators are still catching up.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269748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Communication Robustness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83280"/>
            <a:ext cx="2514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collaboration assumes reliable networks. Real wireless channels have latency, packet loss, and interference.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92608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926080"/>
            <a:ext cx="26974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3383280"/>
            <a:ext cx="2514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are entering the CAV stack. How to safely integrate open-ended language reasoning with hard real-time constraints is open.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25896" y="292608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2926080"/>
            <a:ext cx="26974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Rare Event Handling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17336" y="3383280"/>
            <a:ext cx="2514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driving datasets lack edge cases. Foundation model pretraining offers hope for generalising beyond training distributions.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8686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parameter sharing is the workhorse of MTL for CAV perception — efficient and proven at scale.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VLMs are replacing CNNs as backbones of choice for joint driving tasks.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intermediate feature fusion is the sweet spot between bandwidth and accuracy.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2004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unsolved problems are safety, communication robustness &amp; real-time deployment — not benchmark accuracy.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9776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 + V2X + Foundation Models is the likely architecture of next-generation autonomous driving systems.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(2025). A Survey on Deep Multi-Task Learning in Connected Autonomous Vehicles. arXiv:2508.00917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Multi-Task Learning in Connected Autonomous Vehicles</dc:title>
  <dc:subject>PptxGenJS Presentation</dc:subject>
  <dc:creator>Student</dc:creator>
  <cp:lastModifiedBy>Student</cp:lastModifiedBy>
  <cp:revision>1</cp:revision>
  <dcterms:created xsi:type="dcterms:W3CDTF">2026-05-01T19:18:17Z</dcterms:created>
  <dcterms:modified xsi:type="dcterms:W3CDTF">2026-05-01T19:18:17Z</dcterms:modified>
</cp:coreProperties>
</file>